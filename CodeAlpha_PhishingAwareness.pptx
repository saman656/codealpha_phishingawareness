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Phishing Awareness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CodeAlpha Cyber Security Internship</a:t>
            </a:r>
            <a:br/>
            <a:r>
              <a:t>Awareness, Detection &amp;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Phishing is a social-engineering attack designed to trick people into revealing information or taking an unsafe action.</a:t>
            </a:r>
          </a:p>
          <a:p>
            <a:pPr>
              <a:spcAft>
                <a:spcPts val="1200"/>
              </a:spcAft>
              <a:defRPr sz="2100"/>
            </a:pPr>
            <a:r>
              <a:t>Attackers may use email, SMS, social media messages, phone calls, or fake websites.</a:t>
            </a:r>
          </a:p>
          <a:p>
            <a:pPr>
              <a:spcAft>
                <a:spcPts val="1200"/>
              </a:spcAft>
              <a:defRPr sz="2100"/>
            </a:pPr>
            <a:r>
              <a:t>Common targets include passwords, account details, financial information, and authentication codes.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How to Recognize a Phishing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Urgent or threatening language: “Act now” or “Your account will be closed.”</a:t>
            </a:r>
          </a:p>
          <a:p>
            <a:pPr>
              <a:spcAft>
                <a:spcPts val="1200"/>
              </a:spcAft>
              <a:defRPr sz="2100"/>
            </a:pPr>
            <a:r>
              <a:t>Unexpected attachments or links.</a:t>
            </a:r>
          </a:p>
          <a:p>
            <a:pPr>
              <a:spcAft>
                <a:spcPts val="1200"/>
              </a:spcAft>
              <a:defRPr sz="2100"/>
            </a:pPr>
            <a:r>
              <a:t>Requests for passwords, OTPs, card details, or other sensitive information.</a:t>
            </a:r>
          </a:p>
          <a:p>
            <a:pPr>
              <a:spcAft>
                <a:spcPts val="1200"/>
              </a:spcAft>
              <a:defRPr sz="2100"/>
            </a:pPr>
            <a:r>
              <a:t>Sender address or domain looks unusual or slightly misspelled.</a:t>
            </a:r>
          </a:p>
          <a:p>
            <a:pPr>
              <a:spcAft>
                <a:spcPts val="1200"/>
              </a:spcAft>
              <a:defRPr sz="2100"/>
            </a:pPr>
            <a:r>
              <a:t>Message contains suspicious grammar, formatting, or an unusual request.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Fake Websites &amp; Suspicious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Check the website address carefully before entering credentials.</a:t>
            </a:r>
          </a:p>
          <a:p>
            <a:pPr>
              <a:spcAft>
                <a:spcPts val="1200"/>
              </a:spcAft>
              <a:defRPr sz="2100"/>
            </a:pPr>
            <a:r>
              <a:t>Look for misspelled or misleading domains and unexpected redirects.</a:t>
            </a:r>
          </a:p>
          <a:p>
            <a:pPr>
              <a:spcAft>
                <a:spcPts val="1200"/>
              </a:spcAft>
              <a:defRPr sz="2100"/>
            </a:pPr>
            <a:r>
              <a:t>Do not rely only on the padlock/HTTPS indicator; HTTPS does not prove a site is legitimate.</a:t>
            </a:r>
          </a:p>
          <a:p>
            <a:pPr>
              <a:spcAft>
                <a:spcPts val="1200"/>
              </a:spcAft>
              <a:defRPr sz="2100"/>
            </a:pPr>
            <a:r>
              <a:t>When possible, open the official website directly instead of using a message link.</a:t>
            </a:r>
          </a:p>
          <a:p>
            <a:pPr>
              <a:spcAft>
                <a:spcPts val="1200"/>
              </a:spcAft>
              <a:defRPr sz="2100"/>
            </a:pPr>
            <a:r>
              <a:t>Never enter passwords or OTPs into a page reached through a suspicious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Impersonation: pretending to be a bank, employer, friend, or service provider.</a:t>
            </a:r>
          </a:p>
          <a:p>
            <a:pPr>
              <a:spcAft>
                <a:spcPts val="1200"/>
              </a:spcAft>
              <a:defRPr sz="2100"/>
            </a:pPr>
            <a:r>
              <a:t>Urgency: creating pressure so the victim does not verify the request.</a:t>
            </a:r>
          </a:p>
          <a:p>
            <a:pPr>
              <a:spcAft>
                <a:spcPts val="1200"/>
              </a:spcAft>
              <a:defRPr sz="2100"/>
            </a:pPr>
            <a:r>
              <a:t>Fear: claiming an account, payment, or security problem.</a:t>
            </a:r>
          </a:p>
          <a:p>
            <a:pPr>
              <a:spcAft>
                <a:spcPts val="1200"/>
              </a:spcAft>
              <a:defRPr sz="2100"/>
            </a:pPr>
            <a:r>
              <a:t>Authority: using a manager or official-looking identity to demand action.</a:t>
            </a:r>
          </a:p>
          <a:p>
            <a:pPr>
              <a:spcAft>
                <a:spcPts val="1200"/>
              </a:spcAft>
              <a:defRPr sz="2100"/>
            </a:pPr>
            <a:r>
              <a:t>Curiosity or reward: promising a prize, job, refund, or exclusive offer.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Real-World Style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Example A: “Your bank account will be suspended today. Verify your details using this link.”</a:t>
            </a:r>
          </a:p>
          <a:p>
            <a:pPr>
              <a:spcAft>
                <a:spcPts val="1200"/>
              </a:spcAft>
              <a:defRPr sz="2100"/>
            </a:pPr>
            <a:r>
              <a:t>Example B: “You have won a prize. Pay a small fee to claim it.”</a:t>
            </a:r>
          </a:p>
          <a:p>
            <a:pPr>
              <a:spcAft>
                <a:spcPts val="1200"/>
              </a:spcAft>
              <a:defRPr sz="2100"/>
            </a:pPr>
            <a:r>
              <a:t>Example C: “Your manager needs an urgent gift-card purchase. Send the codes immediately.”</a:t>
            </a:r>
          </a:p>
          <a:p>
            <a:pPr>
              <a:spcAft>
                <a:spcPts val="1200"/>
              </a:spcAft>
              <a:defRPr sz="2100"/>
            </a:pPr>
            <a:r>
              <a:t>In each case: pause, verify through an independent trusted channel, and do not share sensitive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Pause before clicking, replying, paying, or sharing information.</a:t>
            </a:r>
          </a:p>
          <a:p>
            <a:pPr>
              <a:spcAft>
                <a:spcPts val="1200"/>
              </a:spcAft>
              <a:defRPr sz="2100"/>
            </a:pPr>
            <a:r>
              <a:t>Verify unexpected requests using a trusted phone number, official app, or known contact.</a:t>
            </a:r>
          </a:p>
          <a:p>
            <a:pPr>
              <a:spcAft>
                <a:spcPts val="1200"/>
              </a:spcAft>
              <a:defRPr sz="2100"/>
            </a:pPr>
            <a:r>
              <a:t>Use strong, unique passwords and enable multi-factor authentication.</a:t>
            </a:r>
          </a:p>
          <a:p>
            <a:pPr>
              <a:spcAft>
                <a:spcPts val="1200"/>
              </a:spcAft>
              <a:defRPr sz="2100"/>
            </a:pPr>
            <a:r>
              <a:t>Keep your operating system, browser, and security software updated.</a:t>
            </a:r>
          </a:p>
          <a:p>
            <a:pPr>
              <a:spcAft>
                <a:spcPts val="1200"/>
              </a:spcAft>
              <a:defRPr sz="2100"/>
            </a:pPr>
            <a:r>
              <a:t>Report suspicious messages to the relevant organization or security team.</a:t>
            </a:r>
          </a:p>
          <a:p>
            <a:pPr>
              <a:spcAft>
                <a:spcPts val="1200"/>
              </a:spcAft>
              <a:defRPr sz="2100"/>
            </a:pPr>
            <a:r>
              <a:t>If you clicked something suspicious, change affected credentials and report the incident promptly.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Quick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Q1: A message asks for your OTP urgently. What should you do?</a:t>
            </a:r>
          </a:p>
          <a:p>
            <a:pPr lvl="1">
              <a:spcAft>
                <a:spcPts val="1200"/>
              </a:spcAft>
              <a:defRPr sz="1800"/>
            </a:pPr>
            <a:r>
              <a:t>A) Send it immediately</a:t>
            </a:r>
          </a:p>
          <a:p>
            <a:pPr lvl="1">
              <a:spcAft>
                <a:spcPts val="1200"/>
              </a:spcAft>
              <a:defRPr sz="1800"/>
            </a:pPr>
            <a:r>
              <a:t>B) Verify the request through an official channel</a:t>
            </a:r>
          </a:p>
          <a:p>
            <a:pPr>
              <a:spcAft>
                <a:spcPts val="1200"/>
              </a:spcAft>
              <a:defRPr sz="2100"/>
            </a:pPr>
            <a:r>
              <a:t>Q2: Which is a warning sign?</a:t>
            </a:r>
          </a:p>
          <a:p>
            <a:pPr lvl="1">
              <a:spcAft>
                <a:spcPts val="1200"/>
              </a:spcAft>
              <a:defRPr sz="1800"/>
            </a:pPr>
            <a:r>
              <a:t>A) Unexpected link + urgent request</a:t>
            </a:r>
          </a:p>
          <a:p>
            <a:pPr lvl="1">
              <a:spcAft>
                <a:spcPts val="1200"/>
              </a:spcAft>
              <a:defRPr sz="1800"/>
            </a:pPr>
            <a:r>
              <a:t>B) A normal message you expected</a:t>
            </a:r>
          </a:p>
          <a:p>
            <a:pPr>
              <a:spcAft>
                <a:spcPts val="1200"/>
              </a:spcAft>
              <a:defRPr sz="2100"/>
            </a:pPr>
            <a:r>
              <a:t>Q3: Does HTTPS alone prove a website is genuine?</a:t>
            </a:r>
          </a:p>
          <a:p>
            <a:pPr lvl="1">
              <a:spcAft>
                <a:spcPts val="1200"/>
              </a:spcAft>
              <a:defRPr sz="1800"/>
            </a:pPr>
            <a:r>
              <a:t>Answer: 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Stop and think before acting on unexpected messages.</a:t>
            </a:r>
          </a:p>
          <a:p>
            <a:pPr>
              <a:spcAft>
                <a:spcPts val="1200"/>
              </a:spcAft>
              <a:defRPr sz="2100"/>
            </a:pPr>
            <a:r>
              <a:t>Verify the sender and the website independently.</a:t>
            </a:r>
          </a:p>
          <a:p>
            <a:pPr>
              <a:spcAft>
                <a:spcPts val="1200"/>
              </a:spcAft>
              <a:defRPr sz="2100"/>
            </a:pPr>
            <a:r>
              <a:t>Never share passwords, OTPs, or sensitive information because someone asks for them.</a:t>
            </a:r>
          </a:p>
          <a:p>
            <a:pPr>
              <a:spcAft>
                <a:spcPts val="1200"/>
              </a:spcAft>
              <a:defRPr sz="2100"/>
            </a:pPr>
            <a:r>
              <a:t>Use MFA and strong unique passwords.</a:t>
            </a:r>
          </a:p>
          <a:p>
            <a:pPr>
              <a:spcAft>
                <a:spcPts val="1200"/>
              </a:spcAft>
              <a:defRPr sz="2100"/>
            </a:pPr>
            <a:r>
              <a:t>Report suspected phishing quickly.</a:t>
            </a:r>
          </a:p>
          <a:p>
            <a:pPr>
              <a:spcAft>
                <a:spcPts val="1200"/>
              </a:spcAft>
              <a:defRPr sz="2100"/>
            </a:pPr>
            <a:r>
              <a:t>Stay alert: phishing attacks rely on human trust and urgency.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